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2" r:id="rId5"/>
    <p:sldId id="261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353AAC-C741-8646-BED9-AD08F71125B3}" v="355" dt="2026-04-14T15:07:15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1"/>
    <p:restoredTop sz="94684"/>
  </p:normalViewPr>
  <p:slideViewPr>
    <p:cSldViewPr snapToGrid="0">
      <p:cViewPr varScale="1">
        <p:scale>
          <a:sx n="115" d="100"/>
          <a:sy n="115" d="100"/>
        </p:scale>
        <p:origin x="216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4/16/26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41EC9-0F08-7C2A-0030-26DB906A45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noProof="1"/>
              <a:t>Kort status for 4. Semester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089FC-A119-4F56-2DC4-1E343D13C8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noProof="1"/>
          </a:p>
        </p:txBody>
      </p:sp>
    </p:spTree>
    <p:extLst>
      <p:ext uri="{BB962C8B-B14F-4D97-AF65-F5344CB8AC3E}">
        <p14:creationId xmlns:p14="http://schemas.microsoft.com/office/powerpoint/2010/main" val="552437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9E2C-58D7-D324-C987-C8FDA6458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1"/>
              <a:t>Web med Vue.js og 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FCCDF-40C4-F92D-F674-2F183C761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da-DK" sz="2400" noProof="1">
                <a:latin typeface="Arial" panose="020B0604020202020204" pitchFamily="34" charset="0"/>
              </a:rPr>
              <a:t>Opbygning af apps i </a:t>
            </a:r>
            <a:r>
              <a:rPr lang="da-DK" sz="2400" b="1" noProof="1">
                <a:latin typeface="Arial" panose="020B0604020202020204" pitchFamily="34" charset="0"/>
              </a:rPr>
              <a:t>Vue (komponentbaseret)</a:t>
            </a:r>
            <a:r>
              <a:rPr lang="da-DK" sz="2400" noProof="1">
                <a:latin typeface="Arial" panose="020B0604020202020204" pitchFamily="34" charset="0"/>
              </a:rPr>
              <a:t> </a:t>
            </a:r>
          </a:p>
          <a:p>
            <a:pPr lvl="1"/>
            <a:r>
              <a:rPr lang="da-DK" sz="2400" noProof="1">
                <a:latin typeface="Arial" panose="020B0604020202020204" pitchFamily="34" charset="0"/>
              </a:rPr>
              <a:t>Strukturering af kode (components, services, features) </a:t>
            </a:r>
          </a:p>
          <a:p>
            <a:pPr lvl="1"/>
            <a:r>
              <a:rPr lang="da-DK" sz="2400" noProof="1">
                <a:latin typeface="Arial" panose="020B0604020202020204" pitchFamily="34" charset="0"/>
              </a:rPr>
              <a:t>Arbejde med </a:t>
            </a:r>
            <a:r>
              <a:rPr lang="da-DK" sz="2400" b="1" noProof="1">
                <a:latin typeface="Arial" panose="020B0604020202020204" pitchFamily="34" charset="0"/>
              </a:rPr>
              <a:t>API’er (Axios)</a:t>
            </a:r>
            <a:r>
              <a:rPr lang="da-DK" sz="2400" noProof="1">
                <a:latin typeface="Arial" panose="020B0604020202020204" pitchFamily="34" charset="0"/>
              </a:rPr>
              <a:t> </a:t>
            </a:r>
          </a:p>
          <a:p>
            <a:pPr lvl="1"/>
            <a:r>
              <a:rPr lang="da-DK" sz="2400" noProof="1">
                <a:latin typeface="Arial" panose="020B0604020202020204" pitchFamily="34" charset="0"/>
              </a:rPr>
              <a:t>Grundlæggende </a:t>
            </a:r>
            <a:r>
              <a:rPr lang="da-DK" sz="2400" b="1" noProof="1">
                <a:latin typeface="Arial" panose="020B0604020202020204" pitchFamily="34" charset="0"/>
              </a:rPr>
              <a:t>UI/UX overvejelser</a:t>
            </a:r>
            <a:r>
              <a:rPr lang="da-DK" sz="2400" noProof="1">
                <a:latin typeface="Arial" panose="020B0604020202020204" pitchFamily="34" charset="0"/>
              </a:rPr>
              <a:t> </a:t>
            </a:r>
          </a:p>
          <a:p>
            <a:pPr lvl="1"/>
            <a:r>
              <a:rPr lang="da-DK" sz="2400" noProof="1">
                <a:latin typeface="Arial" panose="020B0604020202020204" pitchFamily="34" charset="0"/>
              </a:rPr>
              <a:t>Test af: </a:t>
            </a:r>
          </a:p>
          <a:p>
            <a:pPr lvl="2"/>
            <a:r>
              <a:rPr lang="da-DK" sz="2000" noProof="1">
                <a:latin typeface="Arial" panose="020B0604020202020204" pitchFamily="34" charset="0"/>
              </a:rPr>
              <a:t>TypeScript logik 	</a:t>
            </a:r>
          </a:p>
          <a:p>
            <a:pPr lvl="2"/>
            <a:r>
              <a:rPr lang="da-DK" sz="2000" noProof="1"/>
              <a:t>Vue komponenter</a:t>
            </a:r>
          </a:p>
        </p:txBody>
      </p:sp>
    </p:spTree>
    <p:extLst>
      <p:ext uri="{BB962C8B-B14F-4D97-AF65-F5344CB8AC3E}">
        <p14:creationId xmlns:p14="http://schemas.microsoft.com/office/powerpoint/2010/main" val="475747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5855-8136-279C-D0A2-A4254EE84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1"/>
              <a:t>DevOps med fokus på automatisering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A19C2-3D11-C94F-730E-F4A46DE6E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sz="2400" dirty="0"/>
              <a:t>CI/CD pipelines med GitHub Actions</a:t>
            </a:r>
          </a:p>
          <a:p>
            <a:r>
              <a:rPr lang="en-AU" sz="2400" dirty="0" err="1"/>
              <a:t>Automatiseret</a:t>
            </a:r>
            <a:r>
              <a:rPr lang="en-AU" sz="2400" dirty="0"/>
              <a:t> testing </a:t>
            </a:r>
            <a:r>
              <a:rPr lang="en-AU" sz="2400" dirty="0" err="1"/>
              <a:t>ved</a:t>
            </a:r>
            <a:r>
              <a:rPr lang="en-AU" sz="2400" dirty="0"/>
              <a:t> push/PR</a:t>
            </a:r>
          </a:p>
          <a:p>
            <a:r>
              <a:rPr lang="en-AU" sz="2400" dirty="0"/>
              <a:t>Dependency management med </a:t>
            </a:r>
            <a:r>
              <a:rPr lang="en-AU" sz="2400" dirty="0" err="1"/>
              <a:t>Dependabot</a:t>
            </a:r>
            <a:endParaRPr lang="en-AU" sz="2400" dirty="0"/>
          </a:p>
          <a:p>
            <a:r>
              <a:rPr lang="en-AU" sz="2400" dirty="0" err="1"/>
              <a:t>Containerisering</a:t>
            </a:r>
            <a:r>
              <a:rPr lang="en-AU" sz="2400" dirty="0"/>
              <a:t> med Docker</a:t>
            </a:r>
          </a:p>
          <a:p>
            <a:r>
              <a:rPr lang="en-AU" sz="2400" dirty="0" err="1"/>
              <a:t>Forståelse</a:t>
            </a:r>
            <a:r>
              <a:rPr lang="en-AU" sz="2400" dirty="0"/>
              <a:t> for:</a:t>
            </a:r>
          </a:p>
          <a:p>
            <a:pPr lvl="1"/>
            <a:r>
              <a:rPr lang="en-AU" sz="2000" dirty="0"/>
              <a:t>Deployment</a:t>
            </a:r>
          </a:p>
          <a:p>
            <a:pPr lvl="1"/>
            <a:r>
              <a:rPr lang="en-AU" sz="2000" dirty="0" err="1"/>
              <a:t>Miljøer</a:t>
            </a:r>
            <a:endParaRPr lang="en-AU" sz="2000" dirty="0"/>
          </a:p>
          <a:p>
            <a:pPr lvl="1"/>
            <a:r>
              <a:rPr lang="en-AU" sz="2000" dirty="0" err="1"/>
              <a:t>automatisering</a:t>
            </a:r>
            <a:endParaRPr lang="da-DK" sz="2000" noProof="1"/>
          </a:p>
        </p:txBody>
      </p:sp>
    </p:spTree>
    <p:extLst>
      <p:ext uri="{BB962C8B-B14F-4D97-AF65-F5344CB8AC3E}">
        <p14:creationId xmlns:p14="http://schemas.microsoft.com/office/powerpoint/2010/main" val="3344719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8819B-6F18-2CA2-03C7-AF81A67FA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27C8F-71A7-C28B-61C2-BCFCA61CED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Hvad</a:t>
            </a:r>
            <a:r>
              <a:rPr lang="en-US" dirty="0"/>
              <a:t> </a:t>
            </a:r>
            <a:r>
              <a:rPr lang="en-US" dirty="0" err="1"/>
              <a:t>skal</a:t>
            </a:r>
            <a:r>
              <a:rPr lang="en-US" dirty="0"/>
              <a:t> der </a:t>
            </a:r>
            <a:r>
              <a:rPr lang="en-US" dirty="0" err="1"/>
              <a:t>ske</a:t>
            </a:r>
            <a:r>
              <a:rPr lang="en-US" dirty="0"/>
              <a:t> </a:t>
            </a:r>
            <a:r>
              <a:rPr lang="en-US" dirty="0" err="1"/>
              <a:t>fremover</a:t>
            </a:r>
            <a:r>
              <a:rPr lang="en-US" dirty="0"/>
              <a:t>?</a:t>
            </a:r>
            <a:endParaRPr lang="da-DK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D9CE6-3C7F-0A28-B68C-F7762941ED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noProof="1"/>
          </a:p>
        </p:txBody>
      </p:sp>
    </p:spTree>
    <p:extLst>
      <p:ext uri="{BB962C8B-B14F-4D97-AF65-F5344CB8AC3E}">
        <p14:creationId xmlns:p14="http://schemas.microsoft.com/office/powerpoint/2010/main" val="1821554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EC16-4133-0858-CDA8-FB3C746B0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8" y="527443"/>
            <a:ext cx="10571998" cy="970450"/>
          </a:xfrm>
        </p:spPr>
        <p:txBody>
          <a:bodyPr/>
          <a:lstStyle/>
          <a:p>
            <a:r>
              <a:rPr lang="en-US" dirty="0"/>
              <a:t>Web med </a:t>
            </a:r>
            <a:r>
              <a:rPr lang="en-US" dirty="0" err="1"/>
              <a:t>vue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403E9-A096-F35E-CF8A-9216BC0D6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/>
              <a:t>Bygge</a:t>
            </a:r>
            <a:r>
              <a:rPr lang="en-AU" dirty="0"/>
              <a:t> mere </a:t>
            </a:r>
            <a:r>
              <a:rPr lang="en-AU" dirty="0" err="1"/>
              <a:t>komplekse</a:t>
            </a:r>
            <a:r>
              <a:rPr lang="en-AU" dirty="0"/>
              <a:t> Vue-</a:t>
            </a:r>
            <a:r>
              <a:rPr lang="en-AU" dirty="0" err="1"/>
              <a:t>applikationer</a:t>
            </a:r>
            <a:endParaRPr lang="en-AU" dirty="0"/>
          </a:p>
          <a:p>
            <a:r>
              <a:rPr lang="en-AU" dirty="0" err="1"/>
              <a:t>Forbedre</a:t>
            </a:r>
            <a:r>
              <a:rPr lang="en-AU" dirty="0"/>
              <a:t> </a:t>
            </a:r>
            <a:r>
              <a:rPr lang="en-AU" dirty="0" err="1"/>
              <a:t>struktur</a:t>
            </a:r>
            <a:r>
              <a:rPr lang="en-AU" dirty="0"/>
              <a:t> </a:t>
            </a:r>
            <a:r>
              <a:rPr lang="en-AU" dirty="0" err="1"/>
              <a:t>og</a:t>
            </a:r>
            <a:r>
              <a:rPr lang="en-AU" dirty="0"/>
              <a:t> </a:t>
            </a:r>
            <a:r>
              <a:rPr lang="en-AU" dirty="0" err="1"/>
              <a:t>arkitektur</a:t>
            </a:r>
            <a:endParaRPr lang="en-AU" dirty="0"/>
          </a:p>
          <a:p>
            <a:r>
              <a:rPr lang="en-AU" dirty="0" err="1"/>
              <a:t>Arbejde</a:t>
            </a:r>
            <a:r>
              <a:rPr lang="en-AU" dirty="0"/>
              <a:t> mere med: </a:t>
            </a:r>
          </a:p>
          <a:p>
            <a:pPr lvl="1"/>
            <a:r>
              <a:rPr lang="en-AU" dirty="0"/>
              <a:t>Api-integration</a:t>
            </a:r>
          </a:p>
          <a:p>
            <a:pPr lvl="1"/>
            <a:r>
              <a:rPr lang="en-AU" dirty="0"/>
              <a:t>State management</a:t>
            </a:r>
          </a:p>
          <a:p>
            <a:r>
              <a:rPr lang="en-AU" dirty="0" err="1"/>
              <a:t>Fokus</a:t>
            </a:r>
            <a:r>
              <a:rPr lang="en-AU" dirty="0"/>
              <a:t> </a:t>
            </a:r>
            <a:r>
              <a:rPr lang="en-AU" dirty="0" err="1"/>
              <a:t>på</a:t>
            </a:r>
            <a:r>
              <a:rPr lang="en-AU" dirty="0"/>
              <a:t> </a:t>
            </a:r>
            <a:r>
              <a:rPr lang="en-AU" dirty="0" err="1"/>
              <a:t>bedre</a:t>
            </a:r>
            <a:r>
              <a:rPr lang="en-AU" dirty="0"/>
              <a:t>:</a:t>
            </a:r>
          </a:p>
          <a:p>
            <a:pPr lvl="1"/>
            <a:r>
              <a:rPr lang="en-AU" dirty="0"/>
              <a:t>Ui/</a:t>
            </a:r>
            <a:r>
              <a:rPr lang="en-AU" dirty="0" err="1"/>
              <a:t>ux</a:t>
            </a:r>
            <a:endParaRPr lang="en-AU" dirty="0"/>
          </a:p>
          <a:p>
            <a:r>
              <a:rPr lang="en-AU" dirty="0" err="1"/>
              <a:t>Skrive</a:t>
            </a:r>
            <a:r>
              <a:rPr lang="en-AU" dirty="0"/>
              <a:t> </a:t>
            </a:r>
            <a:r>
              <a:rPr lang="en-AU" dirty="0" err="1"/>
              <a:t>flere</a:t>
            </a:r>
            <a:r>
              <a:rPr lang="en-AU" dirty="0"/>
              <a:t> </a:t>
            </a:r>
            <a:r>
              <a:rPr lang="en-AU" dirty="0" err="1"/>
              <a:t>og</a:t>
            </a:r>
            <a:r>
              <a:rPr lang="en-AU" dirty="0"/>
              <a:t> </a:t>
            </a:r>
            <a:r>
              <a:rPr lang="en-AU" dirty="0" err="1"/>
              <a:t>bedre</a:t>
            </a:r>
            <a:r>
              <a:rPr lang="en-AU" dirty="0"/>
              <a:t> tests</a:t>
            </a:r>
          </a:p>
          <a:p>
            <a:r>
              <a:rPr lang="en-AU" dirty="0" err="1"/>
              <a:t>Mindre</a:t>
            </a:r>
            <a:r>
              <a:rPr lang="en-AU" dirty="0"/>
              <a:t> </a:t>
            </a:r>
            <a:r>
              <a:rPr lang="en-AU" dirty="0" err="1"/>
              <a:t>selvstændighed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1D4EE0-133A-A43F-79B7-33B121FFBE63}"/>
              </a:ext>
            </a:extLst>
          </p:cNvPr>
          <p:cNvSpPr txBox="1">
            <a:spLocks/>
          </p:cNvSpPr>
          <p:nvPr/>
        </p:nvSpPr>
        <p:spPr>
          <a:xfrm>
            <a:off x="0" y="-332700"/>
            <a:ext cx="9720348" cy="860143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dirty="0" err="1"/>
              <a:t>Hvad</a:t>
            </a:r>
            <a:r>
              <a:rPr lang="en-US" sz="1800" dirty="0"/>
              <a:t> </a:t>
            </a:r>
            <a:r>
              <a:rPr lang="en-US" sz="1800" dirty="0" err="1"/>
              <a:t>skal</a:t>
            </a:r>
            <a:r>
              <a:rPr lang="en-US" sz="1800" dirty="0"/>
              <a:t> der </a:t>
            </a:r>
            <a:r>
              <a:rPr lang="en-US" sz="1800" dirty="0" err="1"/>
              <a:t>ske</a:t>
            </a:r>
            <a:r>
              <a:rPr lang="en-US" sz="1800" dirty="0"/>
              <a:t> </a:t>
            </a:r>
            <a:r>
              <a:rPr lang="en-US" sz="1800" dirty="0" err="1"/>
              <a:t>fremover</a:t>
            </a:r>
            <a:r>
              <a:rPr lang="en-US" sz="1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0424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8F446-E570-5B2C-74D9-494FDFB8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1"/>
              <a:t>DevOps med fokus på automatisering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7114A-6578-CAE4-BA0B-6D0712EA3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/>
              <a:t>Blive</a:t>
            </a:r>
            <a:r>
              <a:rPr lang="en-AU" dirty="0"/>
              <a:t> </a:t>
            </a:r>
            <a:r>
              <a:rPr lang="en-AU" dirty="0" err="1"/>
              <a:t>skarpere</a:t>
            </a:r>
            <a:r>
              <a:rPr lang="en-AU" dirty="0"/>
              <a:t> </a:t>
            </a:r>
            <a:r>
              <a:rPr lang="en-AU" dirty="0" err="1"/>
              <a:t>på</a:t>
            </a:r>
            <a:r>
              <a:rPr lang="en-AU" dirty="0"/>
              <a:t> CI/CD pipelines</a:t>
            </a:r>
          </a:p>
          <a:p>
            <a:r>
              <a:rPr lang="en-AU" dirty="0" err="1"/>
              <a:t>Udbygge</a:t>
            </a:r>
            <a:r>
              <a:rPr lang="en-AU" dirty="0"/>
              <a:t> automation:</a:t>
            </a:r>
          </a:p>
          <a:p>
            <a:pPr lvl="1"/>
            <a:r>
              <a:rPr lang="en-AU" dirty="0"/>
              <a:t>Test</a:t>
            </a:r>
          </a:p>
          <a:p>
            <a:pPr lvl="1"/>
            <a:r>
              <a:rPr lang="en-AU" dirty="0"/>
              <a:t>Build</a:t>
            </a:r>
          </a:p>
          <a:p>
            <a:pPr lvl="1"/>
            <a:r>
              <a:rPr lang="en-AU" dirty="0"/>
              <a:t>Deployment</a:t>
            </a:r>
          </a:p>
          <a:p>
            <a:r>
              <a:rPr lang="en-US" dirty="0" err="1"/>
              <a:t>Få</a:t>
            </a:r>
            <a:r>
              <a:rPr lang="en-US" dirty="0"/>
              <a:t> mere </a:t>
            </a:r>
            <a:r>
              <a:rPr lang="en-US" dirty="0" err="1"/>
              <a:t>styr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containerization</a:t>
            </a:r>
          </a:p>
          <a:p>
            <a:r>
              <a:rPr lang="en-US" dirty="0" err="1"/>
              <a:t>Få</a:t>
            </a:r>
            <a:r>
              <a:rPr lang="en-US" dirty="0"/>
              <a:t> et </a:t>
            </a:r>
            <a:r>
              <a:rPr lang="en-US" dirty="0" err="1"/>
              <a:t>bedre</a:t>
            </a:r>
            <a:r>
              <a:rPr lang="en-US" dirty="0"/>
              <a:t> </a:t>
            </a:r>
            <a:r>
              <a:rPr lang="en-US" dirty="0" err="1"/>
              <a:t>overblik</a:t>
            </a:r>
            <a:r>
              <a:rPr lang="en-US" dirty="0"/>
              <a:t> over deployment flows</a:t>
            </a:r>
          </a:p>
          <a:p>
            <a:r>
              <a:rPr lang="en-AU" dirty="0" err="1"/>
              <a:t>Mindre</a:t>
            </a:r>
            <a:r>
              <a:rPr lang="en-AU" dirty="0"/>
              <a:t> </a:t>
            </a:r>
            <a:r>
              <a:rPr lang="en-AU" dirty="0" err="1"/>
              <a:t>brug</a:t>
            </a:r>
            <a:r>
              <a:rPr lang="en-AU" dirty="0"/>
              <a:t> </a:t>
            </a:r>
            <a:r>
              <a:rPr lang="en-AU" dirty="0" err="1"/>
              <a:t>af</a:t>
            </a:r>
            <a:r>
              <a:rPr lang="en-AU" dirty="0"/>
              <a:t> guides → mere </a:t>
            </a:r>
            <a:r>
              <a:rPr lang="en-AU" dirty="0" err="1"/>
              <a:t>selvstændigt</a:t>
            </a:r>
            <a:r>
              <a:rPr lang="en-AU" dirty="0"/>
              <a:t> </a:t>
            </a:r>
            <a:r>
              <a:rPr lang="en-AU" dirty="0" err="1"/>
              <a:t>arbejde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361F54-3D3C-446E-ECE7-1AE50810F8AB}"/>
              </a:ext>
            </a:extLst>
          </p:cNvPr>
          <p:cNvSpPr txBox="1">
            <a:spLocks/>
          </p:cNvSpPr>
          <p:nvPr/>
        </p:nvSpPr>
        <p:spPr>
          <a:xfrm>
            <a:off x="0" y="-332700"/>
            <a:ext cx="9720348" cy="860143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dirty="0" err="1"/>
              <a:t>Hvad</a:t>
            </a:r>
            <a:r>
              <a:rPr lang="en-US" sz="1800" dirty="0"/>
              <a:t> </a:t>
            </a:r>
            <a:r>
              <a:rPr lang="en-US" sz="1800" dirty="0" err="1"/>
              <a:t>skal</a:t>
            </a:r>
            <a:r>
              <a:rPr lang="en-US" sz="1800" dirty="0"/>
              <a:t> der </a:t>
            </a:r>
            <a:r>
              <a:rPr lang="en-US" sz="1800" dirty="0" err="1"/>
              <a:t>ske</a:t>
            </a:r>
            <a:r>
              <a:rPr lang="en-US" sz="1800" dirty="0"/>
              <a:t> </a:t>
            </a:r>
            <a:r>
              <a:rPr lang="en-US" sz="1800" dirty="0" err="1"/>
              <a:t>fremover</a:t>
            </a:r>
            <a:r>
              <a:rPr lang="en-US" sz="1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05451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89342-4F16-5337-6E14-46F36BC78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Produkt</a:t>
            </a:r>
            <a:r>
              <a:rPr lang="en-US" dirty="0"/>
              <a:t> </a:t>
            </a:r>
            <a:r>
              <a:rPr lang="en-US" dirty="0" err="1"/>
              <a:t>fremvisning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CEBEE-B34A-A724-A5C2-55782EBB5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F80A8D4-CA4B-9DC1-A31D-DAEE734DC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37221"/>
            <a:ext cx="7148052" cy="4020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E965812-F6C9-0D60-B404-7A9CEF7BD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0732" y="2222286"/>
            <a:ext cx="8241268" cy="463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475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413</TotalTime>
  <Words>171</Words>
  <Application>Microsoft Macintosh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2</vt:lpstr>
      <vt:lpstr>Quotable</vt:lpstr>
      <vt:lpstr>Kort status for 4. Semester</vt:lpstr>
      <vt:lpstr>Web med Vue.js og typescript</vt:lpstr>
      <vt:lpstr>DevOps med fokus på automatisering</vt:lpstr>
      <vt:lpstr>Hvad skal der ske fremover?</vt:lpstr>
      <vt:lpstr>Web med vue</vt:lpstr>
      <vt:lpstr>DevOps med fokus på automatisering</vt:lpstr>
      <vt:lpstr>Produkt fremvisning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Ask Hammerich</dc:creator>
  <cp:lastModifiedBy>Ask Hammerich</cp:lastModifiedBy>
  <cp:revision>2</cp:revision>
  <dcterms:created xsi:type="dcterms:W3CDTF">2026-04-14T08:13:41Z</dcterms:created>
  <dcterms:modified xsi:type="dcterms:W3CDTF">2026-04-16T07:34:36Z</dcterms:modified>
</cp:coreProperties>
</file>